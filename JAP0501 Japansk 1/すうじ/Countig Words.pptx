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108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52D62-217A-49D6-ADFB-7549C2CCD070}" type="datetimeFigureOut">
              <a:rPr lang="nb-NO" smtClean="0"/>
              <a:t>19.08.2019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6DCF-06F6-4D15-AB38-E29DF6BB327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7247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52D62-217A-49D6-ADFB-7549C2CCD070}" type="datetimeFigureOut">
              <a:rPr lang="nb-NO" smtClean="0"/>
              <a:t>19.08.2019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6DCF-06F6-4D15-AB38-E29DF6BB327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27005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52D62-217A-49D6-ADFB-7549C2CCD070}" type="datetimeFigureOut">
              <a:rPr lang="nb-NO" smtClean="0"/>
              <a:t>19.08.2019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6DCF-06F6-4D15-AB38-E29DF6BB327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86537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52D62-217A-49D6-ADFB-7549C2CCD070}" type="datetimeFigureOut">
              <a:rPr lang="nb-NO" smtClean="0"/>
              <a:t>19.08.2019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6DCF-06F6-4D15-AB38-E29DF6BB327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1033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52D62-217A-49D6-ADFB-7549C2CCD070}" type="datetimeFigureOut">
              <a:rPr lang="nb-NO" smtClean="0"/>
              <a:t>19.08.2019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6DCF-06F6-4D15-AB38-E29DF6BB327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40611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52D62-217A-49D6-ADFB-7549C2CCD070}" type="datetimeFigureOut">
              <a:rPr lang="nb-NO" smtClean="0"/>
              <a:t>19.08.2019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6DCF-06F6-4D15-AB38-E29DF6BB327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22659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52D62-217A-49D6-ADFB-7549C2CCD070}" type="datetimeFigureOut">
              <a:rPr lang="nb-NO" smtClean="0"/>
              <a:t>19.08.2019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6DCF-06F6-4D15-AB38-E29DF6BB327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10342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52D62-217A-49D6-ADFB-7549C2CCD070}" type="datetimeFigureOut">
              <a:rPr lang="nb-NO" smtClean="0"/>
              <a:t>19.08.2019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6DCF-06F6-4D15-AB38-E29DF6BB327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85860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52D62-217A-49D6-ADFB-7549C2CCD070}" type="datetimeFigureOut">
              <a:rPr lang="nb-NO" smtClean="0"/>
              <a:t>19.08.2019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6DCF-06F6-4D15-AB38-E29DF6BB327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1123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52D62-217A-49D6-ADFB-7549C2CCD070}" type="datetimeFigureOut">
              <a:rPr lang="nb-NO" smtClean="0"/>
              <a:t>19.08.2019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6DCF-06F6-4D15-AB38-E29DF6BB327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51875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52D62-217A-49D6-ADFB-7549C2CCD070}" type="datetimeFigureOut">
              <a:rPr lang="nb-NO" smtClean="0"/>
              <a:t>19.08.2019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6DCF-06F6-4D15-AB38-E29DF6BB327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664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52D62-217A-49D6-ADFB-7549C2CCD070}" type="datetimeFigureOut">
              <a:rPr lang="nb-NO" smtClean="0"/>
              <a:t>19.08.2019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66DCF-06F6-4D15-AB38-E29DF6BB327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7927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C54FA-175F-4097-841E-9AB127FD51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662C4-DDC1-4504-9968-904BCC967A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88D6A1-C79B-4B5F-95DD-93C8104F3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656" y="4619"/>
            <a:ext cx="5178056" cy="683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930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Skjermfremvisning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PowerPoint-presentasjon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Duncan Halley</dc:creator>
  <cp:lastModifiedBy>Sachiko Shin Halley</cp:lastModifiedBy>
  <cp:revision>1</cp:revision>
  <dcterms:created xsi:type="dcterms:W3CDTF">2018-10-02T18:30:52Z</dcterms:created>
  <dcterms:modified xsi:type="dcterms:W3CDTF">2019-08-19T13:43:54Z</dcterms:modified>
</cp:coreProperties>
</file>